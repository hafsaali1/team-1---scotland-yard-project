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31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4B1B-9457-3CFE-EB95-6AEEA1173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FC076-ECDC-F9D2-8803-33FD05ECF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72969-24AF-8012-0581-791FF88C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E562-9165-3A29-5472-1ECA6A8B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3855-7FEF-0034-ABDD-4E025B1D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7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C4D9-DB67-799E-5F56-14F03F31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FA37F-1F83-D186-7598-97451658D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429E2-351D-A252-4973-9DDB5596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D0A0E-9A1F-2D0B-BC58-4E3290BA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61523-34B1-5795-A4E4-10C3A3B0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50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9258-C3E6-669E-3F46-E711E6F0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77A32-6F58-A542-4082-C265E92D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361D8-8B94-7612-03E0-61EE6CAC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1604E-2599-A4CC-B8D7-D69C3283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89601-B92E-3186-A112-98928C9C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5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D645-75A9-7DF1-D68A-BF9159BA0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29FFC-BF0D-0E1F-5D95-562D85A0D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9296E-50EA-EA6D-76AE-CB8DDC585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C4899-D21F-AE2E-FCC1-C0A2D1A1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2D2ED-A9E7-A372-EFAC-CAB16D4F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8325C-6B40-E820-C121-83DC7124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20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B98D9-0DDE-90E9-1FBB-2A48D813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0A295-CEF1-12E6-5985-98860D12F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9F036-9268-A2B9-F383-5992508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4A26AC-EAD5-B07B-40F9-998F41FFD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78190-D84E-D6E0-6FA0-0B32F01CE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43741-326D-50A2-5134-5CF86B16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E70C5-2F5B-E324-54E1-B1506179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78590-A218-1CC5-9412-03E4F053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66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5BE13-FDEB-A717-3EE4-D9204C1B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BBEE83-A459-5F77-05E0-5A4A90FC1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A64A1-D032-E626-4E52-3D39470E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139C2-E2DA-43D7-B64C-591DBAAC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97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582D1D-A4B3-2350-1866-2A8D56901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0A8C1-821F-C5F4-157D-CFE893B9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99A05-DA4E-9986-1134-8388B2D8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510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51B7-9C0D-6631-628E-B4FB73DBE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5AD5E-B815-8D26-9AB5-0B620298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2B86F-A446-3F63-F779-5304C94E0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5CBF6-254C-253D-BAE7-1FC3CD8A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BDE7C-BD9C-FA0B-1FC4-0EBD34AE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3282-C5C8-10C4-E728-F8259728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88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4245-81FF-9CCF-1101-C2589D31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0309F-0754-32EB-9A70-FDEB7BB68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7FB6C-A455-32A9-56BC-377C59F65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D91CB-E3FC-C072-27FB-EB85B42B3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2F418-4CAB-1896-1376-08E3B74FA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984F5-E3F0-2320-5C3E-061900BF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29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07E0-88E6-EF33-1CD7-5DCC4B6D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9EA36-DAF5-67CF-AF9E-0D140C258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0A78D-8F6E-3110-BD03-C4363172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0289C-8ACD-491B-D5D4-E1DE1B04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76EFA-5433-A7EC-CF13-CEEDB750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39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4F6011-41C4-6613-081D-E3179E4D3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8E6A3-7D6D-2E14-0B86-D8CD1632B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CCCA4-AC6B-6744-1AFD-787A4639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28B62-9906-2685-C36D-112C81A59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3854-6B77-8EB6-45E4-D9827DEF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3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E2AAC-26F8-2C03-4A54-2772D84C6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78A4E-7D45-DBC0-1D21-4C2B13288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6A6A4-124B-DD7C-41FD-8C8C02F68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2AD27-0D59-44D5-B131-1F73C09D8DC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05AA3-ECE3-744E-7903-A417DC808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7A150-F931-58D2-5420-90A34630F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CFE7C-F855-4878-8D11-50B640CAD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54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image" Target="../media/image3.gif"/><Relationship Id="rId7" Type="http://schemas.openxmlformats.org/officeDocument/2006/relationships/image" Target="../media/image7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gif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AD59-CB61-96F4-427A-7663052147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AC110-E80D-D54F-89FD-B09525222C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11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40ED-8C40-2C4E-61DC-D8FACDB2C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-292101"/>
            <a:ext cx="10515600" cy="1325563"/>
          </a:xfrm>
          <a:scene3d>
            <a:camera prst="perspectiveContrastingRightFacing"/>
            <a:lightRig rig="threePt" dir="t"/>
          </a:scene3d>
        </p:spPr>
        <p:txBody>
          <a:bodyPr/>
          <a:lstStyle/>
          <a:p>
            <a:r>
              <a:rPr lang="en-GB" dirty="0"/>
              <a:t>Initial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D4466-BC51-BCAD-2D87-1B3652FC2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300" y="1473200"/>
            <a:ext cx="10515600" cy="4351338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800" dirty="0"/>
              <a:t>2D character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0034F-9761-A106-690F-6ED415078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984" y="1778558"/>
            <a:ext cx="6858000" cy="6858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D3869B-32A7-EC0C-ECFB-2FA5022BBBCD}"/>
              </a:ext>
            </a:extLst>
          </p:cNvPr>
          <p:cNvCxnSpPr/>
          <p:nvPr/>
        </p:nvCxnSpPr>
        <p:spPr>
          <a:xfrm flipH="1" flipV="1">
            <a:off x="4444181" y="3175819"/>
            <a:ext cx="884903" cy="560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D135EE2-0AB6-2122-35C6-A69B530772B1}"/>
              </a:ext>
            </a:extLst>
          </p:cNvPr>
          <p:cNvSpPr txBox="1"/>
          <p:nvPr/>
        </p:nvSpPr>
        <p:spPr>
          <a:xfrm>
            <a:off x="2327902" y="2838474"/>
            <a:ext cx="2569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Monocle for facial detail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06F32F-427D-FEF0-D813-11A2CD8A6AAE}"/>
              </a:ext>
            </a:extLst>
          </p:cNvPr>
          <p:cNvCxnSpPr/>
          <p:nvPr/>
        </p:nvCxnSpPr>
        <p:spPr>
          <a:xfrm flipV="1">
            <a:off x="6528619" y="2753032"/>
            <a:ext cx="1140542" cy="8160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DF088E-EFB7-F222-3B58-3DD1321702C6}"/>
              </a:ext>
            </a:extLst>
          </p:cNvPr>
          <p:cNvSpPr txBox="1"/>
          <p:nvPr/>
        </p:nvSpPr>
        <p:spPr>
          <a:xfrm>
            <a:off x="6653656" y="2318716"/>
            <a:ext cx="4651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Abstract design (based on board game pawn)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318B6D-27CE-6564-8B7E-FB0F05A71E73}"/>
              </a:ext>
            </a:extLst>
          </p:cNvPr>
          <p:cNvCxnSpPr>
            <a:cxnSpLocks/>
          </p:cNvCxnSpPr>
          <p:nvPr/>
        </p:nvCxnSpPr>
        <p:spPr>
          <a:xfrm flipH="1" flipV="1">
            <a:off x="3873910" y="4867534"/>
            <a:ext cx="1238864" cy="5172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88F3485-3944-3344-AB4B-33EF06C67078}"/>
              </a:ext>
            </a:extLst>
          </p:cNvPr>
          <p:cNvSpPr txBox="1"/>
          <p:nvPr/>
        </p:nvSpPr>
        <p:spPr>
          <a:xfrm>
            <a:off x="1435510" y="4498202"/>
            <a:ext cx="3227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Body like detective trench coat</a:t>
            </a:r>
          </a:p>
        </p:txBody>
      </p:sp>
    </p:spTree>
    <p:extLst>
      <p:ext uri="{BB962C8B-B14F-4D97-AF65-F5344CB8AC3E}">
        <p14:creationId xmlns:p14="http://schemas.microsoft.com/office/powerpoint/2010/main" val="302160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720464-908C-64A1-373B-EA57C8D32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12" y="830198"/>
            <a:ext cx="6439799" cy="14194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F22C5D-E08E-0E1C-D742-D80B828FA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802" y="3429000"/>
            <a:ext cx="5056360" cy="50563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6E3167-AF4D-5F07-8239-09F68F622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GB" dirty="0"/>
              <a:t>Character animation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2540B-5A41-98A3-46A4-327D8F7973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28" y="3123969"/>
            <a:ext cx="5613277" cy="5613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71805E-DD17-FA07-38AD-CA22747701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567" y="878504"/>
            <a:ext cx="5268885" cy="5268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67FA00-9E3C-1F08-FEBE-5201B22FD8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440" y="975611"/>
            <a:ext cx="5410551" cy="54105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C90A6F-DC18-06AF-225D-504C4C16E2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62" y="923135"/>
            <a:ext cx="5056361" cy="50563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B9FE75-1863-5EC1-521E-D9D005D384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535" y="3512946"/>
            <a:ext cx="5056360" cy="50563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7EFFD21-3A6B-D8CE-62FF-FC75BC046736}"/>
              </a:ext>
            </a:extLst>
          </p:cNvPr>
          <p:cNvSpPr txBox="1"/>
          <p:nvPr/>
        </p:nvSpPr>
        <p:spPr>
          <a:xfrm>
            <a:off x="8859143" y="1091029"/>
            <a:ext cx="1347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Moving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1D36D1-C7DE-929E-6A4C-AB31066FAF57}"/>
              </a:ext>
            </a:extLst>
          </p:cNvPr>
          <p:cNvSpPr txBox="1"/>
          <p:nvPr/>
        </p:nvSpPr>
        <p:spPr>
          <a:xfrm>
            <a:off x="5689378" y="1091029"/>
            <a:ext cx="1347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Turning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3B3E4E-3441-9E45-9AED-B49749D03DD3}"/>
              </a:ext>
            </a:extLst>
          </p:cNvPr>
          <p:cNvSpPr txBox="1"/>
          <p:nvPr/>
        </p:nvSpPr>
        <p:spPr>
          <a:xfrm>
            <a:off x="1175388" y="2818035"/>
            <a:ext cx="847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Idle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B8D3A4-1628-34DF-D893-A2607224E4DC}"/>
              </a:ext>
            </a:extLst>
          </p:cNvPr>
          <p:cNvSpPr txBox="1"/>
          <p:nvPr/>
        </p:nvSpPr>
        <p:spPr>
          <a:xfrm>
            <a:off x="290925" y="4976500"/>
            <a:ext cx="23835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Return from position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234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31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Initial concept</vt:lpstr>
      <vt:lpstr>Character animation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Roadway</dc:creator>
  <cp:lastModifiedBy>Gregory Roadway</cp:lastModifiedBy>
  <cp:revision>3</cp:revision>
  <dcterms:created xsi:type="dcterms:W3CDTF">2026-01-19T14:50:49Z</dcterms:created>
  <dcterms:modified xsi:type="dcterms:W3CDTF">2026-01-26T14:59:45Z</dcterms:modified>
</cp:coreProperties>
</file>